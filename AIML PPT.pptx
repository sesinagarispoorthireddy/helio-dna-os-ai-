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0" r:id="rId3"/>
    <p:sldId id="271" r:id="rId4"/>
    <p:sldId id="262" r:id="rId5"/>
    <p:sldId id="269" r:id="rId6"/>
    <p:sldId id="267" r:id="rId7"/>
    <p:sldId id="263" r:id="rId8"/>
    <p:sldId id="261" r:id="rId9"/>
    <p:sldId id="260" r:id="rId10"/>
    <p:sldId id="259" r:id="rId11"/>
    <p:sldId id="258" r:id="rId12"/>
    <p:sldId id="257" r:id="rId13"/>
    <p:sldId id="25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743-2A5E-E5A8-52DC-1C74D47C2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249B0-DA16-D3B9-921E-3D9A301D4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10733-8216-B140-472B-A15EFB8D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99A8E-4CDD-310E-7BBC-8A5CCD50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E0518-6334-32A4-CE10-2040B704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78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E2D4-9650-289D-2CA7-835CB0B1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9B20-14BB-D41F-28F9-C8A19D36B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214AF-8514-C951-3F94-0F783BDF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66B56-A32F-29AD-659D-83593F52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97FB9-1A3C-0AF4-F6A0-7C62BF3A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4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F2E2-62FC-99D3-3AF9-6929F621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D2D7B-1430-9750-61BE-BF144931D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5DD08-5924-7AE5-090F-F293FA9C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EEBE5-BDC0-7317-8FCC-022969AA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41105-DC07-5582-A331-148AE1E4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02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EDE6-D941-62DC-8291-B012DCC6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F2C1-88F6-011E-B584-130CB2E4E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41677-331E-D2AC-FE69-9ED07477B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2F475-57F0-143A-AC25-92D43B29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431AF-85A4-ECFE-7651-A677CA14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BDE6D-507A-6781-C67E-919669B5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74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7C76-20DE-1A37-FAB8-1B12840D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BD613-A93D-16BA-6C10-F2909FA2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F17E3-3B82-3780-F970-9D3AE2227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451DC5-6430-6BA4-892E-D566A27D1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2C73A-D6ED-DBEB-1353-5F2BC6C6C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3175A-2176-5D36-EF2A-918F6AA2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9EE5D-B734-D683-CD49-425765E1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096BE-A170-99E2-FBAE-F375CFFF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81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A5BD-52BD-134D-CCCD-B65E42AD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1966D-05C1-D6A5-936B-1342E2DB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C559E-053B-BD67-DD1E-ED9F880F2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3E19B-7B13-C6C8-1453-EDFFB8C1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48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22EE7B-4E0E-64F2-7FC1-376B99AE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3ECC6-EE49-07F5-D570-3474975D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15BB4-65F2-B904-5EFE-3B2D1605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44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D3D2-98F1-A920-148F-5F06718E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B2A34-5A70-A134-33CB-166E259A0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BE4F9-E7FE-03E4-F024-D38846906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2A94A-5E10-1587-4DF7-99C532CA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9705-289F-805C-B7D3-B8892ABB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A4829-9FDA-05C1-6119-A52737A7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82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7017-928E-A41E-B455-20E9E53C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82BF6-3710-E0E1-EEAA-3E965B2FF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D143B-82E5-2D5C-D12B-44799CF6D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FAD80-E458-8FA7-A6D8-609514A5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6B6B4-B372-A083-7E3A-70127D99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8B0EA-CDC2-F92A-5987-22606E63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99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1D44-41EB-8E04-608A-779A028B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6D8F3-9BD8-F884-429A-3556FE31E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2BE84-AA11-3E1B-EF33-8C617C80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DDC5D-C862-E928-BE41-782AF48C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9A8D0-EDE4-B0B7-FC68-C40DFECE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26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F45E0-1B6C-3B3C-D411-143D19216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7F6F0-F137-2455-285A-BCAA8880D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52A37-CDAA-4642-113C-A5877803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49638-58EE-B3A4-D42C-75095803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1C6CB-AB75-E8B8-3AD4-72390F74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55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F0C56-CC26-CC6C-FFD6-06798002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ABB7E-1B45-F55F-B45E-74F65F2B6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408D8-E25B-805D-1257-D0290D852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B713B-9F32-4405-9C7D-78694FCA38E3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F6545-C7D5-F57E-7466-03B10BDAD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0776E-2275-ACFE-8836-6D0E17B8C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1CBEA-9546-4DB0-97CF-ACD082E1B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39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llareddyecw.com/Home/FacultyOfEE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E2B592-B6A5-5D7B-26D5-7685976B8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964" y="347241"/>
            <a:ext cx="10810756" cy="2269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301611-20FA-9B4B-A56B-620C0FDE5CD3}"/>
              </a:ext>
            </a:extLst>
          </p:cNvPr>
          <p:cNvSpPr/>
          <p:nvPr/>
        </p:nvSpPr>
        <p:spPr>
          <a:xfrm>
            <a:off x="3306884" y="3333735"/>
            <a:ext cx="5138394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Presented By:</a:t>
            </a:r>
          </a:p>
          <a:p>
            <a:pPr algn="ctr"/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S.Spoorthi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Reddy (25RH1A66U7)</a:t>
            </a:r>
          </a:p>
          <a:p>
            <a:pPr algn="ctr"/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T.D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ivya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Dakshitha (25RH1A66W2)</a:t>
            </a:r>
          </a:p>
          <a:p>
            <a:pPr algn="ctr"/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T.Geetha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Sharanya(25RH1A66W1)</a:t>
            </a:r>
          </a:p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Department : AI&amp;ML</a:t>
            </a:r>
          </a:p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Section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: ‘E’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781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1E042-3080-CE88-61ED-088821A63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C76FD-FE8F-011A-FC4A-C7E3D7D0F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03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0ED5-5CBD-2E31-D00F-C4A49AD1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06D33F-47EB-A6CA-2C68-DDD6B0D60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6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520ED-40C8-0DE4-B04B-9A24233C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C0DFE-1F55-0500-954C-9AA8B64A5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2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C076-1B5E-DAEE-639C-72234545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85818-0F6E-0B70-3CED-D0C0B7B12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0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68BC-20A6-B80B-8047-C68D0D9C2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99488-D036-5205-C1E8-7A07B6269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7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CC7C-3AFE-57E6-5DD1-60A8697C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B0FB5-148E-B2F6-1AA8-D0C78B884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3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4848DD-37B6-76C4-BF9D-BE2DFAD6F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9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81C14F-1370-BBC5-5A8B-F6D3BBD24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16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334EF3-2805-FB8D-09EC-AE1EC03A5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658"/>
            <a:ext cx="12191999" cy="69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4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4F9160-2729-D383-E52F-4E56778D1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2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63403-105A-2E91-9AF9-7782DFA3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98AEA5-4694-DAD8-DDE9-A6F8970E3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26" y="0"/>
            <a:ext cx="12260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54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402360C-3A63-A07E-FB94-D085E11D2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45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</Words>
  <Application>Microsoft Office PowerPoint</Application>
  <PresentationFormat>Widescreen</PresentationFormat>
  <Paragraphs>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afroz baig</dc:creator>
  <cp:lastModifiedBy>afroz baig</cp:lastModifiedBy>
  <cp:revision>1</cp:revision>
  <dcterms:created xsi:type="dcterms:W3CDTF">2026-07-10T19:29:54Z</dcterms:created>
  <dcterms:modified xsi:type="dcterms:W3CDTF">2026-07-10T19:44:11Z</dcterms:modified>
</cp:coreProperties>
</file>